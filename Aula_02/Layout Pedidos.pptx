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6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007373"/>
    <a:srgbClr val="FFB600"/>
    <a:srgbClr val="F2F2F2"/>
    <a:srgbClr val="00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9BAC-8375-400F-8D7F-69048990CE1E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282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9BAC-8375-400F-8D7F-69048990CE1E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0159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9BAC-8375-400F-8D7F-69048990CE1E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5905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9BAC-8375-400F-8D7F-69048990CE1E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420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9BAC-8375-400F-8D7F-69048990CE1E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4007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9BAC-8375-400F-8D7F-69048990CE1E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8342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9BAC-8375-400F-8D7F-69048990CE1E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6247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9BAC-8375-400F-8D7F-69048990CE1E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229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9BAC-8375-400F-8D7F-69048990CE1E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3187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9BAC-8375-400F-8D7F-69048990CE1E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7119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9BAC-8375-400F-8D7F-69048990CE1E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2509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9BAC-8375-400F-8D7F-69048990CE1E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20309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9BAC-8375-400F-8D7F-69048990CE1E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7616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9BAC-8375-400F-8D7F-69048990CE1E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80063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9BAC-8375-400F-8D7F-69048990CE1E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4960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9BAC-8375-400F-8D7F-69048990CE1E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073AB04-E784-4EA4-BEA1-34DAE3E31E54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443285" y="5555628"/>
            <a:ext cx="14294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Kátia Rodrigues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32673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9BAC-8375-400F-8D7F-69048990CE1E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FEDD072-0CB6-4F6C-A6F9-FCCC121E5A71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443285" y="5555628"/>
            <a:ext cx="14294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Kátia Rodrigues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74892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C4F9BAC-8375-400F-8D7F-69048990CE1E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D41522D-D7D6-4A09-8CE0-0F816BF749DD}"/>
              </a:ext>
            </a:extLst>
          </p:cNvPr>
          <p:cNvSpPr txBox="1">
            <a:spLocks/>
          </p:cNvSpPr>
          <p:nvPr userDrawn="1"/>
        </p:nvSpPr>
        <p:spPr>
          <a:xfrm>
            <a:off x="10319123" y="6476180"/>
            <a:ext cx="14294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Kátia Rodrigues</a:t>
            </a:r>
          </a:p>
        </p:txBody>
      </p:sp>
    </p:spTree>
    <p:extLst>
      <p:ext uri="{BB962C8B-B14F-4D97-AF65-F5344CB8AC3E}">
        <p14:creationId xmlns:p14="http://schemas.microsoft.com/office/powerpoint/2010/main" val="19794936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21C6F91-CC79-4C2E-BE6D-0D760B839C94}"/>
              </a:ext>
            </a:extLst>
          </p:cNvPr>
          <p:cNvSpPr/>
          <p:nvPr/>
        </p:nvSpPr>
        <p:spPr>
          <a:xfrm>
            <a:off x="0" y="0"/>
            <a:ext cx="1220038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915C1EA-B511-0D05-1A8E-4A7E35556D47}"/>
              </a:ext>
            </a:extLst>
          </p:cNvPr>
          <p:cNvSpPr/>
          <p:nvPr/>
        </p:nvSpPr>
        <p:spPr>
          <a:xfrm>
            <a:off x="149010" y="1498916"/>
            <a:ext cx="2712092" cy="7809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2A9961E-CCA5-4239-ADEF-2D69F0857215}"/>
              </a:ext>
            </a:extLst>
          </p:cNvPr>
          <p:cNvSpPr/>
          <p:nvPr/>
        </p:nvSpPr>
        <p:spPr>
          <a:xfrm>
            <a:off x="149009" y="2346385"/>
            <a:ext cx="4589490" cy="41306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DB319F8-9432-4454-B702-C04627E12225}"/>
              </a:ext>
            </a:extLst>
          </p:cNvPr>
          <p:cNvSpPr/>
          <p:nvPr/>
        </p:nvSpPr>
        <p:spPr>
          <a:xfrm>
            <a:off x="4776934" y="2346385"/>
            <a:ext cx="3920834" cy="413061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8A842A8-97E5-4E9B-892C-1451F8692623}"/>
              </a:ext>
            </a:extLst>
          </p:cNvPr>
          <p:cNvSpPr/>
          <p:nvPr/>
        </p:nvSpPr>
        <p:spPr>
          <a:xfrm>
            <a:off x="8736203" y="1481666"/>
            <a:ext cx="3270741" cy="49953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CC3A7D4-9F7A-4E1D-A143-2B04AEE97EF8}"/>
              </a:ext>
            </a:extLst>
          </p:cNvPr>
          <p:cNvSpPr txBox="1"/>
          <p:nvPr/>
        </p:nvSpPr>
        <p:spPr>
          <a:xfrm>
            <a:off x="126996" y="279169"/>
            <a:ext cx="91654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dirty="0">
                <a:solidFill>
                  <a:srgbClr val="333333"/>
                </a:solidFill>
              </a:rPr>
              <a:t>Relatório de Vendas: KPI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C8F4ED1-E5AB-8AA2-F618-A5AE20AE5C33}"/>
              </a:ext>
            </a:extLst>
          </p:cNvPr>
          <p:cNvSpPr/>
          <p:nvPr/>
        </p:nvSpPr>
        <p:spPr>
          <a:xfrm>
            <a:off x="2899536" y="1498916"/>
            <a:ext cx="1547765" cy="7809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4C42DFC-06DF-515D-9FBC-3AFEC8157F26}"/>
              </a:ext>
            </a:extLst>
          </p:cNvPr>
          <p:cNvSpPr/>
          <p:nvPr/>
        </p:nvSpPr>
        <p:spPr>
          <a:xfrm>
            <a:off x="6071936" y="1498916"/>
            <a:ext cx="1288463" cy="7809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2C45D47F-B717-9F05-91F9-B44B342A0829}"/>
              </a:ext>
            </a:extLst>
          </p:cNvPr>
          <p:cNvCxnSpPr/>
          <p:nvPr/>
        </p:nvCxnSpPr>
        <p:spPr>
          <a:xfrm>
            <a:off x="126997" y="1202499"/>
            <a:ext cx="1187994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6FAC4D17-D936-B8DD-9B3E-C9AA6BBA0042}"/>
              </a:ext>
            </a:extLst>
          </p:cNvPr>
          <p:cNvSpPr/>
          <p:nvPr/>
        </p:nvSpPr>
        <p:spPr>
          <a:xfrm>
            <a:off x="7398834" y="1498916"/>
            <a:ext cx="1288463" cy="7809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211626C-79E3-13C0-491A-7B0867E3FF73}"/>
              </a:ext>
            </a:extLst>
          </p:cNvPr>
          <p:cNvSpPr/>
          <p:nvPr/>
        </p:nvSpPr>
        <p:spPr>
          <a:xfrm>
            <a:off x="4485736" y="1498916"/>
            <a:ext cx="1547765" cy="7809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2366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21C6F91-CC79-4C2E-BE6D-0D760B839C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8A842A8-97E5-4E9B-892C-1451F8692623}"/>
              </a:ext>
            </a:extLst>
          </p:cNvPr>
          <p:cNvSpPr/>
          <p:nvPr/>
        </p:nvSpPr>
        <p:spPr>
          <a:xfrm>
            <a:off x="1736092" y="1481667"/>
            <a:ext cx="10270851" cy="49953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CC3A7D4-9F7A-4E1D-A143-2B04AEE97EF8}"/>
              </a:ext>
            </a:extLst>
          </p:cNvPr>
          <p:cNvSpPr txBox="1"/>
          <p:nvPr/>
        </p:nvSpPr>
        <p:spPr>
          <a:xfrm>
            <a:off x="126996" y="279169"/>
            <a:ext cx="9715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dirty="0">
                <a:solidFill>
                  <a:srgbClr val="333333"/>
                </a:solidFill>
              </a:rPr>
              <a:t>Relatório de Vendas: Mapa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AB23405-EFC4-1A11-D670-B6B5A8ED9E44}"/>
              </a:ext>
            </a:extLst>
          </p:cNvPr>
          <p:cNvSpPr/>
          <p:nvPr/>
        </p:nvSpPr>
        <p:spPr>
          <a:xfrm>
            <a:off x="155872" y="1481667"/>
            <a:ext cx="1530221" cy="804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F03325F-7ADE-A52B-D54D-1F2BBA72CCAB}"/>
              </a:ext>
            </a:extLst>
          </p:cNvPr>
          <p:cNvSpPr/>
          <p:nvPr/>
        </p:nvSpPr>
        <p:spPr>
          <a:xfrm>
            <a:off x="155873" y="2330461"/>
            <a:ext cx="1530221" cy="804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12A4389-3F7A-1AB4-67CD-DC304C39A1B0}"/>
              </a:ext>
            </a:extLst>
          </p:cNvPr>
          <p:cNvSpPr/>
          <p:nvPr/>
        </p:nvSpPr>
        <p:spPr>
          <a:xfrm>
            <a:off x="157747" y="3179255"/>
            <a:ext cx="1530221" cy="32977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75BAE974-07D4-4522-0DA2-4DBAF20BBA27}"/>
              </a:ext>
            </a:extLst>
          </p:cNvPr>
          <p:cNvCxnSpPr/>
          <p:nvPr/>
        </p:nvCxnSpPr>
        <p:spPr>
          <a:xfrm>
            <a:off x="126997" y="1202499"/>
            <a:ext cx="1187994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0930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2712</TotalTime>
  <Words>10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5" baseType="lpstr">
      <vt:lpstr>Century Gothic</vt:lpstr>
      <vt:lpstr>Wingdings 3</vt:lpstr>
      <vt:lpstr>Íon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Professora Katia Rodrigues</dc:creator>
  <cp:lastModifiedBy>Instrutor</cp:lastModifiedBy>
  <cp:revision>30</cp:revision>
  <dcterms:created xsi:type="dcterms:W3CDTF">2024-11-13T22:28:44Z</dcterms:created>
  <dcterms:modified xsi:type="dcterms:W3CDTF">2026-08-06T19:53:02Z</dcterms:modified>
</cp:coreProperties>
</file>