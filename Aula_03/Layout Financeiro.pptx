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6"/>
  </p:notesMasterIdLst>
  <p:sldIdLst>
    <p:sldId id="276" r:id="rId2"/>
    <p:sldId id="285" r:id="rId3"/>
    <p:sldId id="281" r:id="rId4"/>
    <p:sldId id="28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58D4"/>
    <a:srgbClr val="DAD9DE"/>
    <a:srgbClr val="DFE0D9"/>
    <a:srgbClr val="48293E"/>
    <a:srgbClr val="F0F1F5"/>
    <a:srgbClr val="5972D3"/>
    <a:srgbClr val="3D53C0"/>
    <a:srgbClr val="2A3E9A"/>
    <a:srgbClr val="2540A8"/>
    <a:srgbClr val="1E2E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3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C4B87E-4C2B-486A-8DD6-631C1EBDE92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7EDD16-49BE-443A-820D-00F1B1FFDE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3652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AC4F9BAC-8375-400F-8D7F-69048990CE1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1314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9BAC-8375-400F-8D7F-69048990CE1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5938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AC4F9BAC-8375-400F-8D7F-69048990CE1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4018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AC4F9BAC-8375-400F-8D7F-69048990CE1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4080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AC4F9BAC-8375-400F-8D7F-69048990CE1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3884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9BAC-8375-400F-8D7F-69048990CE1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2252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AC4F9BAC-8375-400F-8D7F-69048990CE1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5553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9BAC-8375-400F-8D7F-69048990CE1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616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AC4F9BAC-8375-400F-8D7F-69048990CE1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8076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F9BAC-8375-400F-8D7F-69048990CE1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75CC8706-FB55-4838-9837-8FDEB23663F7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443285" y="5555628"/>
            <a:ext cx="14294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Kátia Rodrigues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9247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AC4F9BAC-8375-400F-8D7F-69048990CE1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84A1E48F-3A1F-4C9B-9E51-FF51390F552A}"/>
              </a:ext>
            </a:extLst>
          </p:cNvPr>
          <p:cNvSpPr txBox="1">
            <a:spLocks/>
          </p:cNvSpPr>
          <p:nvPr userDrawn="1"/>
        </p:nvSpPr>
        <p:spPr>
          <a:xfrm rot="5400000">
            <a:off x="-443285" y="5555628"/>
            <a:ext cx="14294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Kátia Rodrigues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9511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F9BAC-8375-400F-8D7F-69048990CE1E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8DE2E-8E60-4737-91CB-05D568EA9DFE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AFFF3E2-176D-4748-BA6C-7D08CEF0A792}"/>
              </a:ext>
            </a:extLst>
          </p:cNvPr>
          <p:cNvSpPr txBox="1">
            <a:spLocks/>
          </p:cNvSpPr>
          <p:nvPr userDrawn="1"/>
        </p:nvSpPr>
        <p:spPr>
          <a:xfrm>
            <a:off x="10319123" y="6476180"/>
            <a:ext cx="14294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Kátia Rodrigues</a:t>
            </a:r>
          </a:p>
        </p:txBody>
      </p:sp>
    </p:spTree>
    <p:extLst>
      <p:ext uri="{BB962C8B-B14F-4D97-AF65-F5344CB8AC3E}">
        <p14:creationId xmlns:p14="http://schemas.microsoft.com/office/powerpoint/2010/main" val="1153678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9984EF2-B9AB-4683-82AA-130EE7A2658A}"/>
              </a:ext>
            </a:extLst>
          </p:cNvPr>
          <p:cNvSpPr/>
          <p:nvPr/>
        </p:nvSpPr>
        <p:spPr>
          <a:xfrm>
            <a:off x="0" y="-8964"/>
            <a:ext cx="12192000" cy="6858000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>
              <a:solidFill>
                <a:schemeClr val="tx1">
                  <a:lumMod val="50000"/>
                  <a:lumOff val="50000"/>
                </a:schemeClr>
              </a:solidFill>
              <a:latin typeface="Daytona" panose="020B0604030500040204" pitchFamily="34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8103A97-C98D-4969-71AD-E4518A276280}"/>
              </a:ext>
            </a:extLst>
          </p:cNvPr>
          <p:cNvSpPr/>
          <p:nvPr/>
        </p:nvSpPr>
        <p:spPr>
          <a:xfrm>
            <a:off x="4240306" y="4168589"/>
            <a:ext cx="1452282" cy="26804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2AE3819-77E0-B86B-6870-E032D844556E}"/>
              </a:ext>
            </a:extLst>
          </p:cNvPr>
          <p:cNvSpPr/>
          <p:nvPr/>
        </p:nvSpPr>
        <p:spPr>
          <a:xfrm>
            <a:off x="6211047" y="2788026"/>
            <a:ext cx="1452282" cy="40610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4619753-A76D-B8BE-E5F3-5201BEB50D19}"/>
              </a:ext>
            </a:extLst>
          </p:cNvPr>
          <p:cNvSpPr/>
          <p:nvPr/>
        </p:nvSpPr>
        <p:spPr>
          <a:xfrm>
            <a:off x="8181788" y="1506074"/>
            <a:ext cx="1452282" cy="53429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2C6BC8A-EB32-8614-4988-2C6BD952D96A}"/>
              </a:ext>
            </a:extLst>
          </p:cNvPr>
          <p:cNvSpPr/>
          <p:nvPr/>
        </p:nvSpPr>
        <p:spPr>
          <a:xfrm>
            <a:off x="10152529" y="2680449"/>
            <a:ext cx="1452282" cy="4168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924839B-E147-DE1F-4105-CF6B996C8940}"/>
              </a:ext>
            </a:extLst>
          </p:cNvPr>
          <p:cNvSpPr txBox="1"/>
          <p:nvPr/>
        </p:nvSpPr>
        <p:spPr>
          <a:xfrm>
            <a:off x="587190" y="2710215"/>
            <a:ext cx="52219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3600" b="1" dirty="0">
                <a:ln w="10160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Daytona" panose="020F0502020204030204" pitchFamily="34" charset="0"/>
                <a:ea typeface="Microsoft YaHei UI" panose="020B0503020204020204" pitchFamily="34" charset="-122"/>
                <a:cs typeface="Segoe UI" panose="020B0502040204020203" pitchFamily="34" charset="0"/>
              </a:rPr>
              <a:t>RELATÓRIO </a:t>
            </a:r>
          </a:p>
          <a:p>
            <a:pPr algn="r"/>
            <a:r>
              <a:rPr lang="pt-BR" sz="5400" b="1" dirty="0">
                <a:ln w="10160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Daytona" panose="020F0502020204030204" pitchFamily="34" charset="0"/>
                <a:ea typeface="Microsoft YaHei UI" panose="020B0503020204020204" pitchFamily="34" charset="-122"/>
                <a:cs typeface="Segoe UI" panose="020B0502040204020203" pitchFamily="34" charset="0"/>
              </a:rPr>
              <a:t>FINANCEIRO</a:t>
            </a:r>
            <a:endParaRPr lang="pt-BR" sz="3600" b="1" dirty="0">
              <a:ln w="10160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Daytona" panose="020F0502020204030204" pitchFamily="34" charset="0"/>
              <a:ea typeface="Microsoft YaHei UI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E63E77F-DC50-1B17-54BC-9DB72E9E2853}"/>
              </a:ext>
            </a:extLst>
          </p:cNvPr>
          <p:cNvSpPr txBox="1"/>
          <p:nvPr/>
        </p:nvSpPr>
        <p:spPr>
          <a:xfrm>
            <a:off x="10559462" y="276699"/>
            <a:ext cx="1113910" cy="2162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/>
            <a:r>
              <a:rPr lang="pt-B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Daytona" panose="020B0604030500040204" pitchFamily="34" charset="0"/>
                <a:ea typeface="Microsoft YaHei UI" panose="020B0503020204020204" pitchFamily="34" charset="-122"/>
                <a:cs typeface="Segoe UI" panose="020B0502040204020203" pitchFamily="34" charset="0"/>
              </a:rPr>
              <a:t>POWER  BI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EA16A64-68D0-673F-500F-0CC648378E3E}"/>
              </a:ext>
            </a:extLst>
          </p:cNvPr>
          <p:cNvSpPr txBox="1"/>
          <p:nvPr/>
        </p:nvSpPr>
        <p:spPr>
          <a:xfrm>
            <a:off x="10075979" y="558215"/>
            <a:ext cx="1574370" cy="2162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/>
            <a:r>
              <a:rPr lang="pt-B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Daytona" panose="020B0604030500040204" pitchFamily="34" charset="0"/>
                <a:ea typeface="Microsoft YaHei UI" panose="020B0503020204020204" pitchFamily="34" charset="-122"/>
                <a:cs typeface="Segoe UI" panose="020B0502040204020203" pitchFamily="34" charset="0"/>
              </a:rPr>
              <a:t>KATIA RODRIGUES</a:t>
            </a:r>
          </a:p>
        </p:txBody>
      </p:sp>
    </p:spTree>
    <p:extLst>
      <p:ext uri="{BB962C8B-B14F-4D97-AF65-F5344CB8AC3E}">
        <p14:creationId xmlns:p14="http://schemas.microsoft.com/office/powerpoint/2010/main" val="3625179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35BF7-F522-E291-3CEB-7728E43F1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7DEFDE1A-D780-4599-1F8E-9DF419FC8D35}"/>
              </a:ext>
            </a:extLst>
          </p:cNvPr>
          <p:cNvSpPr/>
          <p:nvPr/>
        </p:nvSpPr>
        <p:spPr>
          <a:xfrm>
            <a:off x="0" y="-16386"/>
            <a:ext cx="12192000" cy="6874386"/>
          </a:xfrm>
          <a:prstGeom prst="rect">
            <a:avLst/>
          </a:prstGeom>
          <a:solidFill>
            <a:srgbClr val="DAD9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DD5D7B9D-3B35-4BD8-DF08-037202DDFC17}"/>
              </a:ext>
            </a:extLst>
          </p:cNvPr>
          <p:cNvGrpSpPr/>
          <p:nvPr/>
        </p:nvGrpSpPr>
        <p:grpSpPr>
          <a:xfrm>
            <a:off x="156000" y="299841"/>
            <a:ext cx="11880000" cy="6373914"/>
            <a:chOff x="198407" y="117318"/>
            <a:chExt cx="11880000" cy="6373914"/>
          </a:xfrm>
        </p:grpSpPr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564F9F2F-48B0-6DF4-A36A-4CB5D53EB988}"/>
                </a:ext>
              </a:extLst>
            </p:cNvPr>
            <p:cNvSpPr/>
            <p:nvPr/>
          </p:nvSpPr>
          <p:spPr>
            <a:xfrm>
              <a:off x="198407" y="987719"/>
              <a:ext cx="11880000" cy="5503513"/>
            </a:xfrm>
            <a:prstGeom prst="roundRect">
              <a:avLst>
                <a:gd name="adj" fmla="val 3177"/>
              </a:avLst>
            </a:prstGeom>
            <a:solidFill>
              <a:srgbClr val="F0F1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Forma Livre: Forma 7">
              <a:extLst>
                <a:ext uri="{FF2B5EF4-FFF2-40B4-BE49-F238E27FC236}">
                  <a16:creationId xmlns:a16="http://schemas.microsoft.com/office/drawing/2014/main" id="{27EAC4A1-7F06-56FD-F38E-75C8F777F920}"/>
                </a:ext>
              </a:extLst>
            </p:cNvPr>
            <p:cNvSpPr/>
            <p:nvPr/>
          </p:nvSpPr>
          <p:spPr>
            <a:xfrm>
              <a:off x="198407" y="117318"/>
              <a:ext cx="11880000" cy="1291237"/>
            </a:xfrm>
            <a:custGeom>
              <a:avLst/>
              <a:gdLst>
                <a:gd name="csX0" fmla="*/ 163445 w 11861323"/>
                <a:gd name="csY0" fmla="*/ 0 h 1291237"/>
                <a:gd name="csX1" fmla="*/ 11697878 w 11861323"/>
                <a:gd name="csY1" fmla="*/ 0 h 1291237"/>
                <a:gd name="csX2" fmla="*/ 11861323 w 11861323"/>
                <a:gd name="csY2" fmla="*/ 163445 h 1291237"/>
                <a:gd name="csX3" fmla="*/ 11861323 w 11861323"/>
                <a:gd name="csY3" fmla="*/ 928928 h 1291237"/>
                <a:gd name="csX4" fmla="*/ 11861323 w 11861323"/>
                <a:gd name="csY4" fmla="*/ 1127792 h 1291237"/>
                <a:gd name="csX5" fmla="*/ 11861323 w 11861323"/>
                <a:gd name="csY5" fmla="*/ 1291237 h 1291237"/>
                <a:gd name="csX6" fmla="*/ 11697878 w 11861323"/>
                <a:gd name="csY6" fmla="*/ 1291237 h 1291237"/>
                <a:gd name="csX7" fmla="*/ 163445 w 11861323"/>
                <a:gd name="csY7" fmla="*/ 1291237 h 1291237"/>
                <a:gd name="csX8" fmla="*/ 0 w 11861323"/>
                <a:gd name="csY8" fmla="*/ 1291237 h 1291237"/>
                <a:gd name="csX9" fmla="*/ 0 w 11861323"/>
                <a:gd name="csY9" fmla="*/ 1127792 h 1291237"/>
                <a:gd name="csX10" fmla="*/ 0 w 11861323"/>
                <a:gd name="csY10" fmla="*/ 928928 h 1291237"/>
                <a:gd name="csX11" fmla="*/ 0 w 11861323"/>
                <a:gd name="csY11" fmla="*/ 163445 h 1291237"/>
                <a:gd name="csX12" fmla="*/ 163445 w 11861323"/>
                <a:gd name="csY12" fmla="*/ 0 h 12912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1861323" h="1291237">
                  <a:moveTo>
                    <a:pt x="163445" y="0"/>
                  </a:moveTo>
                  <a:lnTo>
                    <a:pt x="11697878" y="0"/>
                  </a:lnTo>
                  <a:cubicBezTo>
                    <a:pt x="11788146" y="0"/>
                    <a:pt x="11861323" y="73177"/>
                    <a:pt x="11861323" y="163445"/>
                  </a:cubicBezTo>
                  <a:lnTo>
                    <a:pt x="11861323" y="928928"/>
                  </a:lnTo>
                  <a:lnTo>
                    <a:pt x="11861323" y="1127792"/>
                  </a:lnTo>
                  <a:lnTo>
                    <a:pt x="11861323" y="1291237"/>
                  </a:lnTo>
                  <a:lnTo>
                    <a:pt x="11697878" y="1291237"/>
                  </a:lnTo>
                  <a:lnTo>
                    <a:pt x="163445" y="1291237"/>
                  </a:lnTo>
                  <a:lnTo>
                    <a:pt x="0" y="1291237"/>
                  </a:lnTo>
                  <a:lnTo>
                    <a:pt x="0" y="1127792"/>
                  </a:lnTo>
                  <a:lnTo>
                    <a:pt x="0" y="928928"/>
                  </a:lnTo>
                  <a:lnTo>
                    <a:pt x="0" y="163445"/>
                  </a:lnTo>
                  <a:cubicBezTo>
                    <a:pt x="0" y="73177"/>
                    <a:pt x="73177" y="0"/>
                    <a:pt x="163445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2B01919-8A89-31B5-B02A-E725F71E7048}"/>
              </a:ext>
            </a:extLst>
          </p:cNvPr>
          <p:cNvSpPr/>
          <p:nvPr/>
        </p:nvSpPr>
        <p:spPr>
          <a:xfrm>
            <a:off x="4313937" y="1165481"/>
            <a:ext cx="1708030" cy="828000"/>
          </a:xfrm>
          <a:prstGeom prst="roundRect">
            <a:avLst>
              <a:gd name="adj" fmla="val 79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7505DBF-1D7C-67EB-64ED-DED7B4C1B33B}"/>
              </a:ext>
            </a:extLst>
          </p:cNvPr>
          <p:cNvSpPr/>
          <p:nvPr/>
        </p:nvSpPr>
        <p:spPr>
          <a:xfrm>
            <a:off x="6177967" y="1165481"/>
            <a:ext cx="1708030" cy="828000"/>
          </a:xfrm>
          <a:prstGeom prst="roundRect">
            <a:avLst>
              <a:gd name="adj" fmla="val 79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378D6F66-20E6-8286-71DD-767353CD6DB9}"/>
              </a:ext>
            </a:extLst>
          </p:cNvPr>
          <p:cNvSpPr/>
          <p:nvPr/>
        </p:nvSpPr>
        <p:spPr>
          <a:xfrm>
            <a:off x="8041997" y="1165481"/>
            <a:ext cx="1708030" cy="828000"/>
          </a:xfrm>
          <a:prstGeom prst="roundRect">
            <a:avLst>
              <a:gd name="adj" fmla="val 79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2D23619-1AF2-7361-F1DF-20E6AFCFB292}"/>
              </a:ext>
            </a:extLst>
          </p:cNvPr>
          <p:cNvSpPr/>
          <p:nvPr/>
        </p:nvSpPr>
        <p:spPr>
          <a:xfrm>
            <a:off x="2449907" y="1165481"/>
            <a:ext cx="1708030" cy="828000"/>
          </a:xfrm>
          <a:prstGeom prst="roundRect">
            <a:avLst>
              <a:gd name="adj" fmla="val 79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7F0E43C4-FF73-0BB8-00B8-578B7017EA1E}"/>
              </a:ext>
            </a:extLst>
          </p:cNvPr>
          <p:cNvSpPr/>
          <p:nvPr/>
        </p:nvSpPr>
        <p:spPr>
          <a:xfrm>
            <a:off x="585877" y="1162792"/>
            <a:ext cx="1708030" cy="828000"/>
          </a:xfrm>
          <a:prstGeom prst="roundRect">
            <a:avLst>
              <a:gd name="adj" fmla="val 79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B9205A4B-E3DA-8ADA-DFD7-893190D438E6}"/>
              </a:ext>
            </a:extLst>
          </p:cNvPr>
          <p:cNvSpPr/>
          <p:nvPr/>
        </p:nvSpPr>
        <p:spPr>
          <a:xfrm>
            <a:off x="9906027" y="1182183"/>
            <a:ext cx="1708030" cy="828000"/>
          </a:xfrm>
          <a:prstGeom prst="roundRect">
            <a:avLst>
              <a:gd name="adj" fmla="val 79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77F5878-0784-5167-3566-E981347DB92B}"/>
              </a:ext>
            </a:extLst>
          </p:cNvPr>
          <p:cNvSpPr/>
          <p:nvPr/>
        </p:nvSpPr>
        <p:spPr>
          <a:xfrm>
            <a:off x="431322" y="2143225"/>
            <a:ext cx="4233635" cy="4375826"/>
          </a:xfrm>
          <a:prstGeom prst="roundRect">
            <a:avLst>
              <a:gd name="adj" fmla="val 377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B5CC647-5BB7-6E9C-5C49-2C8D7894D62D}"/>
              </a:ext>
            </a:extLst>
          </p:cNvPr>
          <p:cNvSpPr/>
          <p:nvPr/>
        </p:nvSpPr>
        <p:spPr>
          <a:xfrm>
            <a:off x="4820957" y="2143225"/>
            <a:ext cx="2578888" cy="2265265"/>
          </a:xfrm>
          <a:prstGeom prst="roundRect">
            <a:avLst>
              <a:gd name="adj" fmla="val 377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70330A6F-8CDB-F0FF-A823-28392BA464ED}"/>
              </a:ext>
            </a:extLst>
          </p:cNvPr>
          <p:cNvSpPr/>
          <p:nvPr/>
        </p:nvSpPr>
        <p:spPr>
          <a:xfrm>
            <a:off x="7555845" y="2143225"/>
            <a:ext cx="4233635" cy="2244529"/>
          </a:xfrm>
          <a:prstGeom prst="roundRect">
            <a:avLst>
              <a:gd name="adj" fmla="val 377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64C9E37-2A43-3400-E38C-84E2FA9415BE}"/>
              </a:ext>
            </a:extLst>
          </p:cNvPr>
          <p:cNvSpPr/>
          <p:nvPr/>
        </p:nvSpPr>
        <p:spPr>
          <a:xfrm>
            <a:off x="553793" y="4571999"/>
            <a:ext cx="3988560" cy="1810543"/>
          </a:xfrm>
          <a:prstGeom prst="roundRect">
            <a:avLst>
              <a:gd name="adj" fmla="val 8824"/>
            </a:avLst>
          </a:prstGeom>
          <a:solidFill>
            <a:srgbClr val="F0F1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A704A4DB-34C8-8DD5-3042-EE8C8B359C62}"/>
              </a:ext>
            </a:extLst>
          </p:cNvPr>
          <p:cNvSpPr/>
          <p:nvPr/>
        </p:nvSpPr>
        <p:spPr>
          <a:xfrm>
            <a:off x="553793" y="2597947"/>
            <a:ext cx="3988560" cy="1810543"/>
          </a:xfrm>
          <a:prstGeom prst="roundRect">
            <a:avLst>
              <a:gd name="adj" fmla="val 8824"/>
            </a:avLst>
          </a:prstGeom>
          <a:solidFill>
            <a:srgbClr val="F0F1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24496DC-0D23-E4EF-05CF-535B7C0B33BB}"/>
              </a:ext>
            </a:extLst>
          </p:cNvPr>
          <p:cNvSpPr/>
          <p:nvPr/>
        </p:nvSpPr>
        <p:spPr>
          <a:xfrm>
            <a:off x="4787428" y="4571999"/>
            <a:ext cx="6958765" cy="1957792"/>
          </a:xfrm>
          <a:prstGeom prst="roundRect">
            <a:avLst>
              <a:gd name="adj" fmla="val 377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0D7D616D-AE66-5F55-5793-00ED919482FB}"/>
              </a:ext>
            </a:extLst>
          </p:cNvPr>
          <p:cNvSpPr/>
          <p:nvPr/>
        </p:nvSpPr>
        <p:spPr>
          <a:xfrm>
            <a:off x="78000" y="184245"/>
            <a:ext cx="12036000" cy="6558159"/>
          </a:xfrm>
          <a:prstGeom prst="roundRect">
            <a:avLst>
              <a:gd name="adj" fmla="val 199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6551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83EE767A-957C-F110-DFF4-183440A0CEC2}"/>
              </a:ext>
            </a:extLst>
          </p:cNvPr>
          <p:cNvSpPr/>
          <p:nvPr/>
        </p:nvSpPr>
        <p:spPr>
          <a:xfrm>
            <a:off x="0" y="-16386"/>
            <a:ext cx="12192000" cy="6874386"/>
          </a:xfrm>
          <a:prstGeom prst="rect">
            <a:avLst/>
          </a:prstGeom>
          <a:solidFill>
            <a:srgbClr val="DAD9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858D9B15-CC52-27E7-3561-8B7294A22EA6}"/>
              </a:ext>
            </a:extLst>
          </p:cNvPr>
          <p:cNvGrpSpPr/>
          <p:nvPr/>
        </p:nvGrpSpPr>
        <p:grpSpPr>
          <a:xfrm>
            <a:off x="156000" y="299841"/>
            <a:ext cx="11880000" cy="6373914"/>
            <a:chOff x="198407" y="117318"/>
            <a:chExt cx="11880000" cy="6373914"/>
          </a:xfrm>
          <a:solidFill>
            <a:srgbClr val="FFC000"/>
          </a:solidFill>
        </p:grpSpPr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17B96C8B-B1A6-3DBE-EABE-B1F3E7F7B19D}"/>
                </a:ext>
              </a:extLst>
            </p:cNvPr>
            <p:cNvSpPr/>
            <p:nvPr/>
          </p:nvSpPr>
          <p:spPr>
            <a:xfrm>
              <a:off x="198407" y="987719"/>
              <a:ext cx="11880000" cy="5503513"/>
            </a:xfrm>
            <a:prstGeom prst="roundRect">
              <a:avLst>
                <a:gd name="adj" fmla="val 317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Forma Livre: Forma 7">
              <a:extLst>
                <a:ext uri="{FF2B5EF4-FFF2-40B4-BE49-F238E27FC236}">
                  <a16:creationId xmlns:a16="http://schemas.microsoft.com/office/drawing/2014/main" id="{CD496E44-8A4B-73B3-2EC0-BEBEA9F3EC9E}"/>
                </a:ext>
              </a:extLst>
            </p:cNvPr>
            <p:cNvSpPr/>
            <p:nvPr/>
          </p:nvSpPr>
          <p:spPr>
            <a:xfrm>
              <a:off x="198407" y="117318"/>
              <a:ext cx="11880000" cy="1291237"/>
            </a:xfrm>
            <a:custGeom>
              <a:avLst/>
              <a:gdLst>
                <a:gd name="csX0" fmla="*/ 163445 w 11861323"/>
                <a:gd name="csY0" fmla="*/ 0 h 1291237"/>
                <a:gd name="csX1" fmla="*/ 11697878 w 11861323"/>
                <a:gd name="csY1" fmla="*/ 0 h 1291237"/>
                <a:gd name="csX2" fmla="*/ 11861323 w 11861323"/>
                <a:gd name="csY2" fmla="*/ 163445 h 1291237"/>
                <a:gd name="csX3" fmla="*/ 11861323 w 11861323"/>
                <a:gd name="csY3" fmla="*/ 928928 h 1291237"/>
                <a:gd name="csX4" fmla="*/ 11861323 w 11861323"/>
                <a:gd name="csY4" fmla="*/ 1127792 h 1291237"/>
                <a:gd name="csX5" fmla="*/ 11861323 w 11861323"/>
                <a:gd name="csY5" fmla="*/ 1291237 h 1291237"/>
                <a:gd name="csX6" fmla="*/ 11697878 w 11861323"/>
                <a:gd name="csY6" fmla="*/ 1291237 h 1291237"/>
                <a:gd name="csX7" fmla="*/ 163445 w 11861323"/>
                <a:gd name="csY7" fmla="*/ 1291237 h 1291237"/>
                <a:gd name="csX8" fmla="*/ 0 w 11861323"/>
                <a:gd name="csY8" fmla="*/ 1291237 h 1291237"/>
                <a:gd name="csX9" fmla="*/ 0 w 11861323"/>
                <a:gd name="csY9" fmla="*/ 1127792 h 1291237"/>
                <a:gd name="csX10" fmla="*/ 0 w 11861323"/>
                <a:gd name="csY10" fmla="*/ 928928 h 1291237"/>
                <a:gd name="csX11" fmla="*/ 0 w 11861323"/>
                <a:gd name="csY11" fmla="*/ 163445 h 1291237"/>
                <a:gd name="csX12" fmla="*/ 163445 w 11861323"/>
                <a:gd name="csY12" fmla="*/ 0 h 12912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1861323" h="1291237">
                  <a:moveTo>
                    <a:pt x="163445" y="0"/>
                  </a:moveTo>
                  <a:lnTo>
                    <a:pt x="11697878" y="0"/>
                  </a:lnTo>
                  <a:cubicBezTo>
                    <a:pt x="11788146" y="0"/>
                    <a:pt x="11861323" y="73177"/>
                    <a:pt x="11861323" y="163445"/>
                  </a:cubicBezTo>
                  <a:lnTo>
                    <a:pt x="11861323" y="928928"/>
                  </a:lnTo>
                  <a:lnTo>
                    <a:pt x="11861323" y="1127792"/>
                  </a:lnTo>
                  <a:lnTo>
                    <a:pt x="11861323" y="1291237"/>
                  </a:lnTo>
                  <a:lnTo>
                    <a:pt x="11697878" y="1291237"/>
                  </a:lnTo>
                  <a:lnTo>
                    <a:pt x="163445" y="1291237"/>
                  </a:lnTo>
                  <a:lnTo>
                    <a:pt x="0" y="1291237"/>
                  </a:lnTo>
                  <a:lnTo>
                    <a:pt x="0" y="1127792"/>
                  </a:lnTo>
                  <a:lnTo>
                    <a:pt x="0" y="928928"/>
                  </a:lnTo>
                  <a:lnTo>
                    <a:pt x="0" y="163445"/>
                  </a:lnTo>
                  <a:cubicBezTo>
                    <a:pt x="0" y="73177"/>
                    <a:pt x="73177" y="0"/>
                    <a:pt x="16344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0BEFCE96-F7A5-9F46-FFDE-EF63CEF70FD3}"/>
              </a:ext>
            </a:extLst>
          </p:cNvPr>
          <p:cNvSpPr/>
          <p:nvPr/>
        </p:nvSpPr>
        <p:spPr>
          <a:xfrm>
            <a:off x="431322" y="2143225"/>
            <a:ext cx="4233635" cy="4375826"/>
          </a:xfrm>
          <a:prstGeom prst="roundRect">
            <a:avLst>
              <a:gd name="adj" fmla="val 377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A8392D1A-4A0C-55F7-E124-B249E8B6C7BE}"/>
              </a:ext>
            </a:extLst>
          </p:cNvPr>
          <p:cNvSpPr/>
          <p:nvPr/>
        </p:nvSpPr>
        <p:spPr>
          <a:xfrm>
            <a:off x="4820957" y="2143225"/>
            <a:ext cx="2578888" cy="2130769"/>
          </a:xfrm>
          <a:prstGeom prst="roundRect">
            <a:avLst>
              <a:gd name="adj" fmla="val 377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5C998FDD-B1C6-0533-3AEC-F55635915D5E}"/>
              </a:ext>
            </a:extLst>
          </p:cNvPr>
          <p:cNvSpPr/>
          <p:nvPr/>
        </p:nvSpPr>
        <p:spPr>
          <a:xfrm>
            <a:off x="4820957" y="4408490"/>
            <a:ext cx="2578888" cy="2130769"/>
          </a:xfrm>
          <a:prstGeom prst="roundRect">
            <a:avLst>
              <a:gd name="adj" fmla="val 377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72E8E543-C491-7D12-7FC3-A12847D2EFD1}"/>
              </a:ext>
            </a:extLst>
          </p:cNvPr>
          <p:cNvSpPr/>
          <p:nvPr/>
        </p:nvSpPr>
        <p:spPr>
          <a:xfrm>
            <a:off x="7555845" y="2143225"/>
            <a:ext cx="4233635" cy="4375826"/>
          </a:xfrm>
          <a:prstGeom prst="roundRect">
            <a:avLst>
              <a:gd name="adj" fmla="val 377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4DC72CE5-9F45-C14E-721D-08605B969456}"/>
              </a:ext>
            </a:extLst>
          </p:cNvPr>
          <p:cNvSpPr/>
          <p:nvPr/>
        </p:nvSpPr>
        <p:spPr>
          <a:xfrm>
            <a:off x="78000" y="184245"/>
            <a:ext cx="12036000" cy="6558159"/>
          </a:xfrm>
          <a:prstGeom prst="roundRect">
            <a:avLst>
              <a:gd name="adj" fmla="val 199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D4AF3CB-B6EE-9FBB-1739-EE4E0F2362F0}"/>
              </a:ext>
            </a:extLst>
          </p:cNvPr>
          <p:cNvSpPr/>
          <p:nvPr/>
        </p:nvSpPr>
        <p:spPr>
          <a:xfrm>
            <a:off x="4313937" y="1165481"/>
            <a:ext cx="1708030" cy="828000"/>
          </a:xfrm>
          <a:prstGeom prst="roundRect">
            <a:avLst>
              <a:gd name="adj" fmla="val 79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60FD2F3-ADA9-DDA7-FEA7-8F09692E6CD3}"/>
              </a:ext>
            </a:extLst>
          </p:cNvPr>
          <p:cNvSpPr/>
          <p:nvPr/>
        </p:nvSpPr>
        <p:spPr>
          <a:xfrm>
            <a:off x="6177967" y="1165481"/>
            <a:ext cx="1708030" cy="828000"/>
          </a:xfrm>
          <a:prstGeom prst="roundRect">
            <a:avLst>
              <a:gd name="adj" fmla="val 79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028DBB0A-2F5C-83C9-29BE-83EFC39C15B5}"/>
              </a:ext>
            </a:extLst>
          </p:cNvPr>
          <p:cNvSpPr/>
          <p:nvPr/>
        </p:nvSpPr>
        <p:spPr>
          <a:xfrm>
            <a:off x="8041997" y="1165481"/>
            <a:ext cx="1708030" cy="828000"/>
          </a:xfrm>
          <a:prstGeom prst="roundRect">
            <a:avLst>
              <a:gd name="adj" fmla="val 79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307568E-AE08-09D4-FCDA-B8E4DADCEE14}"/>
              </a:ext>
            </a:extLst>
          </p:cNvPr>
          <p:cNvSpPr/>
          <p:nvPr/>
        </p:nvSpPr>
        <p:spPr>
          <a:xfrm>
            <a:off x="2449907" y="1165481"/>
            <a:ext cx="1708030" cy="828000"/>
          </a:xfrm>
          <a:prstGeom prst="roundRect">
            <a:avLst>
              <a:gd name="adj" fmla="val 79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B6EFFFE-CBC4-F93D-1E19-941074AC485A}"/>
              </a:ext>
            </a:extLst>
          </p:cNvPr>
          <p:cNvSpPr/>
          <p:nvPr/>
        </p:nvSpPr>
        <p:spPr>
          <a:xfrm>
            <a:off x="585877" y="1162792"/>
            <a:ext cx="1708030" cy="828000"/>
          </a:xfrm>
          <a:prstGeom prst="roundRect">
            <a:avLst>
              <a:gd name="adj" fmla="val 79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5D85349D-C4EF-BEE7-841D-ED8A8A911E86}"/>
              </a:ext>
            </a:extLst>
          </p:cNvPr>
          <p:cNvSpPr/>
          <p:nvPr/>
        </p:nvSpPr>
        <p:spPr>
          <a:xfrm>
            <a:off x="9906027" y="1182183"/>
            <a:ext cx="1708030" cy="828000"/>
          </a:xfrm>
          <a:prstGeom prst="roundRect">
            <a:avLst>
              <a:gd name="adj" fmla="val 79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6D8EC5AC-D1FC-E50A-0001-075DCE3790FE}"/>
              </a:ext>
            </a:extLst>
          </p:cNvPr>
          <p:cNvSpPr/>
          <p:nvPr/>
        </p:nvSpPr>
        <p:spPr>
          <a:xfrm>
            <a:off x="553793" y="2597947"/>
            <a:ext cx="3988560" cy="3802853"/>
          </a:xfrm>
          <a:prstGeom prst="roundRect">
            <a:avLst>
              <a:gd name="adj" fmla="val 2019"/>
            </a:avLst>
          </a:prstGeom>
          <a:solidFill>
            <a:srgbClr val="F0F1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1330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A403B-B467-798B-41E6-19AE01D97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073FE09C-DDAD-C1DD-98B9-9D90B76F00DA}"/>
              </a:ext>
            </a:extLst>
          </p:cNvPr>
          <p:cNvSpPr/>
          <p:nvPr/>
        </p:nvSpPr>
        <p:spPr>
          <a:xfrm>
            <a:off x="0" y="-16386"/>
            <a:ext cx="12192000" cy="6874386"/>
          </a:xfrm>
          <a:prstGeom prst="rect">
            <a:avLst/>
          </a:prstGeom>
          <a:solidFill>
            <a:srgbClr val="DAD9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2890B6F3-1E7F-419C-C9F9-4D0851454362}"/>
              </a:ext>
            </a:extLst>
          </p:cNvPr>
          <p:cNvGrpSpPr/>
          <p:nvPr/>
        </p:nvGrpSpPr>
        <p:grpSpPr>
          <a:xfrm>
            <a:off x="156000" y="299841"/>
            <a:ext cx="11880000" cy="6373914"/>
            <a:chOff x="198407" y="117318"/>
            <a:chExt cx="11880000" cy="6373914"/>
          </a:xfrm>
        </p:grpSpPr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48136D55-C8AA-710A-83AB-64D8FE8C1692}"/>
                </a:ext>
              </a:extLst>
            </p:cNvPr>
            <p:cNvSpPr/>
            <p:nvPr/>
          </p:nvSpPr>
          <p:spPr>
            <a:xfrm>
              <a:off x="198407" y="987719"/>
              <a:ext cx="11880000" cy="5503513"/>
            </a:xfrm>
            <a:prstGeom prst="roundRect">
              <a:avLst>
                <a:gd name="adj" fmla="val 3177"/>
              </a:avLst>
            </a:prstGeom>
            <a:solidFill>
              <a:srgbClr val="F0F1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Forma Livre: Forma 7">
              <a:extLst>
                <a:ext uri="{FF2B5EF4-FFF2-40B4-BE49-F238E27FC236}">
                  <a16:creationId xmlns:a16="http://schemas.microsoft.com/office/drawing/2014/main" id="{523B1138-ED6F-CE68-2752-298BB1E19FE8}"/>
                </a:ext>
              </a:extLst>
            </p:cNvPr>
            <p:cNvSpPr/>
            <p:nvPr/>
          </p:nvSpPr>
          <p:spPr>
            <a:xfrm>
              <a:off x="198407" y="117318"/>
              <a:ext cx="11880000" cy="1291237"/>
            </a:xfrm>
            <a:custGeom>
              <a:avLst/>
              <a:gdLst>
                <a:gd name="csX0" fmla="*/ 163445 w 11861323"/>
                <a:gd name="csY0" fmla="*/ 0 h 1291237"/>
                <a:gd name="csX1" fmla="*/ 11697878 w 11861323"/>
                <a:gd name="csY1" fmla="*/ 0 h 1291237"/>
                <a:gd name="csX2" fmla="*/ 11861323 w 11861323"/>
                <a:gd name="csY2" fmla="*/ 163445 h 1291237"/>
                <a:gd name="csX3" fmla="*/ 11861323 w 11861323"/>
                <a:gd name="csY3" fmla="*/ 928928 h 1291237"/>
                <a:gd name="csX4" fmla="*/ 11861323 w 11861323"/>
                <a:gd name="csY4" fmla="*/ 1127792 h 1291237"/>
                <a:gd name="csX5" fmla="*/ 11861323 w 11861323"/>
                <a:gd name="csY5" fmla="*/ 1291237 h 1291237"/>
                <a:gd name="csX6" fmla="*/ 11697878 w 11861323"/>
                <a:gd name="csY6" fmla="*/ 1291237 h 1291237"/>
                <a:gd name="csX7" fmla="*/ 163445 w 11861323"/>
                <a:gd name="csY7" fmla="*/ 1291237 h 1291237"/>
                <a:gd name="csX8" fmla="*/ 0 w 11861323"/>
                <a:gd name="csY8" fmla="*/ 1291237 h 1291237"/>
                <a:gd name="csX9" fmla="*/ 0 w 11861323"/>
                <a:gd name="csY9" fmla="*/ 1127792 h 1291237"/>
                <a:gd name="csX10" fmla="*/ 0 w 11861323"/>
                <a:gd name="csY10" fmla="*/ 928928 h 1291237"/>
                <a:gd name="csX11" fmla="*/ 0 w 11861323"/>
                <a:gd name="csY11" fmla="*/ 163445 h 1291237"/>
                <a:gd name="csX12" fmla="*/ 163445 w 11861323"/>
                <a:gd name="csY12" fmla="*/ 0 h 12912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1861323" h="1291237">
                  <a:moveTo>
                    <a:pt x="163445" y="0"/>
                  </a:moveTo>
                  <a:lnTo>
                    <a:pt x="11697878" y="0"/>
                  </a:lnTo>
                  <a:cubicBezTo>
                    <a:pt x="11788146" y="0"/>
                    <a:pt x="11861323" y="73177"/>
                    <a:pt x="11861323" y="163445"/>
                  </a:cubicBezTo>
                  <a:lnTo>
                    <a:pt x="11861323" y="928928"/>
                  </a:lnTo>
                  <a:lnTo>
                    <a:pt x="11861323" y="1127792"/>
                  </a:lnTo>
                  <a:lnTo>
                    <a:pt x="11861323" y="1291237"/>
                  </a:lnTo>
                  <a:lnTo>
                    <a:pt x="11697878" y="1291237"/>
                  </a:lnTo>
                  <a:lnTo>
                    <a:pt x="163445" y="1291237"/>
                  </a:lnTo>
                  <a:lnTo>
                    <a:pt x="0" y="1291237"/>
                  </a:lnTo>
                  <a:lnTo>
                    <a:pt x="0" y="1127792"/>
                  </a:lnTo>
                  <a:lnTo>
                    <a:pt x="0" y="928928"/>
                  </a:lnTo>
                  <a:lnTo>
                    <a:pt x="0" y="163445"/>
                  </a:lnTo>
                  <a:cubicBezTo>
                    <a:pt x="0" y="73177"/>
                    <a:pt x="73177" y="0"/>
                    <a:pt x="163445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BE1A093-1A50-85F6-8D2D-99C45CB24146}"/>
              </a:ext>
            </a:extLst>
          </p:cNvPr>
          <p:cNvSpPr/>
          <p:nvPr/>
        </p:nvSpPr>
        <p:spPr>
          <a:xfrm>
            <a:off x="402520" y="1791710"/>
            <a:ext cx="2866527" cy="4727342"/>
          </a:xfrm>
          <a:prstGeom prst="roundRect">
            <a:avLst>
              <a:gd name="adj" fmla="val 377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9FCC7C7-4A06-0BA2-8E76-16D582CE9217}"/>
              </a:ext>
            </a:extLst>
          </p:cNvPr>
          <p:cNvSpPr/>
          <p:nvPr/>
        </p:nvSpPr>
        <p:spPr>
          <a:xfrm>
            <a:off x="78000" y="184245"/>
            <a:ext cx="12036000" cy="6558159"/>
          </a:xfrm>
          <a:prstGeom prst="roundRect">
            <a:avLst>
              <a:gd name="adj" fmla="val 199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63CFE04-B934-0FCD-57F0-9391C89CF593}"/>
              </a:ext>
            </a:extLst>
          </p:cNvPr>
          <p:cNvSpPr/>
          <p:nvPr/>
        </p:nvSpPr>
        <p:spPr>
          <a:xfrm>
            <a:off x="3347048" y="1791709"/>
            <a:ext cx="8442431" cy="4727342"/>
          </a:xfrm>
          <a:prstGeom prst="roundRect">
            <a:avLst>
              <a:gd name="adj" fmla="val 377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3A4FE6B-9A66-28E5-983C-40EA3E21C971}"/>
              </a:ext>
            </a:extLst>
          </p:cNvPr>
          <p:cNvSpPr/>
          <p:nvPr/>
        </p:nvSpPr>
        <p:spPr>
          <a:xfrm>
            <a:off x="500332" y="2234243"/>
            <a:ext cx="2682815" cy="4175184"/>
          </a:xfrm>
          <a:prstGeom prst="roundRect">
            <a:avLst>
              <a:gd name="adj" fmla="val 8824"/>
            </a:avLst>
          </a:prstGeom>
          <a:solidFill>
            <a:srgbClr val="F0F1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0031380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Laranja Amarelo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1948</TotalTime>
  <Words>6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Aptos</vt:lpstr>
      <vt:lpstr>Calibri Light</vt:lpstr>
      <vt:lpstr>Daytona</vt:lpstr>
      <vt:lpstr>Rockwell</vt:lpstr>
      <vt:lpstr>Wingdings</vt:lpstr>
      <vt:lpstr>Atlas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Professora Katia Rodrigues</dc:creator>
  <cp:lastModifiedBy>Aluno</cp:lastModifiedBy>
  <cp:revision>62</cp:revision>
  <dcterms:created xsi:type="dcterms:W3CDTF">2024-11-13T22:28:44Z</dcterms:created>
  <dcterms:modified xsi:type="dcterms:W3CDTF">2026-10-06T19:40:52Z</dcterms:modified>
</cp:coreProperties>
</file>