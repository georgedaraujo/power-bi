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pageNavigator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Custo Total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Receita Líquida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Margem Lucro s/Custo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Unidades Vendidas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Receita Liquida e Descontos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Soma Receita Liquida, Soma Custo Total e Margem Lucro s/Custo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pageNavigator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Unidades Vendidas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Lucro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Receita Liquida, Lucro e Contagem de Produto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Descontos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Receita Bruta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Receita Líquida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Descontos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pageNavigator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Pior Segmento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Margem Lucro s/Custo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Custo Total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Melhor Segmento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Lucro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Receita Bruta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Unidades Vendidas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025bd5b1-6ac2-4a9d-8e26-ab13ae544863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6f5745c4a6994b87" /><Relationship Type="http://schemas.openxmlformats.org/officeDocument/2006/relationships/slideLayout" Target="/ppt/slideLayouts/slideLayout8.xml" Id="R12a57964a3c44153" /><Relationship Type="http://schemas.openxmlformats.org/officeDocument/2006/relationships/hyperlink" Target="https://app.powerbi.com/groups/me/reports/025bd5b1-6ac2-4a9d-8e26-ab13ae544863/?pbi_source=PowerPoint" TargetMode="External" Id="RelId0" /><Relationship Type="http://schemas.openxmlformats.org/officeDocument/2006/relationships/image" Target="/ppt/media/image4.png" Id="imgId5389551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557450dc02ee4f76" /><Relationship Type="http://schemas.openxmlformats.org/officeDocument/2006/relationships/slideLayout" Target="/ppt/slideLayouts/slideLayout8.xml" Id="R328db82475e64a01" /><Relationship Type="http://schemas.openxmlformats.org/officeDocument/2006/relationships/hyperlink" Target="https://app.powerbi.com/groups/me/reports/025bd5b1-6ac2-4a9d-8e26-ab13ae544863/?pbi_source=PowerPoint" TargetMode="External" Id="RelId1" /><Relationship Type="http://schemas.openxmlformats.org/officeDocument/2006/relationships/image" Target="/ppt/media/image5.png" Id="imgId5389551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00f6a1a250284d80" /><Relationship Type="http://schemas.openxmlformats.org/officeDocument/2006/relationships/slideLayout" Target="/ppt/slideLayouts/slideLayout8.xml" Id="R7f859e289a574f20" /><Relationship Type="http://schemas.openxmlformats.org/officeDocument/2006/relationships/hyperlink" Target="https://app.powerbi.com/groups/me/reports/025bd5b1-6ac2-4a9d-8e26-ab13ae544863/?pbi_source=PowerPoint" TargetMode="External" Id="RelId2" /><Relationship Type="http://schemas.openxmlformats.org/officeDocument/2006/relationships/image" Target="/ppt/media/image6.png" Id="imgId538955113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Relatorio_Financeiro_Meu_Layout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07/10/2026 18:16:20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07/10/2026 18:04:50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pageNavigator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53895511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7625" y="0"/>
            <a:ext cx="120777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Capa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Custo Total ,slicer ,Receita Líquida ,Margem Lucro s/Custo ,Unidades Vendidas ,Receita Liquida e Descontos ,Soma Receita Liquida, Soma Custo Total e Margem Lucro s/Custo ,pageNavigator ,Unidades Vendidas ,Lucro ,Receita Liquida, Lucro e Contagem de Produto ,slicer ,Descontos ,Receita Bruta ,slicer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53895511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7625" y="0"/>
            <a:ext cx="120777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Filial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Receita Líquida ,Descontos ,pageNavigator ,Pior Segmento ,Margem Lucro s/Custo ,Custo Total ,slicer ,Melhor Segmento ,slicer ,Lucro ,slicer ,Receita Bruta ,Unidades Vendidas ,columnChart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53895511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7625" y="0"/>
            <a:ext cx="120777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Mensal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